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6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470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CADCFC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06240"/>
            <a:ext cx="2743200" cy="274320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400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9601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Independence in</a:t>
            </a:r>
            <a:endParaRPr lang="en-US" sz="4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DBMS Architecture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434340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logical and physical data independence and why the three-schema architecture depends on it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594360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By,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Jashwanth.G.R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(192524384),B.tech AIDS</a:t>
            </a:r>
            <a:endParaRPr lang="en-US" sz="1300" dirty="0"/>
          </a:p>
        </p:txBody>
      </p:sp>
      <p:pic>
        <p:nvPicPr>
          <p:cNvPr id="10" name="object 7">
            <a:extLst>
              <a:ext uri="{FF2B5EF4-FFF2-40B4-BE49-F238E27FC236}">
                <a16:creationId xmlns:a16="http://schemas.microsoft.com/office/drawing/2014/main" id="{D537EDD0-C05B-AF04-6C05-437C3560C71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02073" y="107064"/>
            <a:ext cx="1050887" cy="890571"/>
          </a:xfrm>
          <a:prstGeom prst="rect">
            <a:avLst/>
          </a:prstGeom>
        </p:spPr>
      </p:pic>
      <p:pic>
        <p:nvPicPr>
          <p:cNvPr id="12" name="object 6">
            <a:extLst>
              <a:ext uri="{FF2B5EF4-FFF2-40B4-BE49-F238E27FC236}">
                <a16:creationId xmlns:a16="http://schemas.microsoft.com/office/drawing/2014/main" id="{59D1E59A-576B-97B9-CE06-8E886A94AB23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1168" y="114613"/>
            <a:ext cx="1005840" cy="89122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05256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1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Three-Schema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15453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1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Schema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1892808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A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views — the individual way each application or user sees a subset of the database.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6517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08760" y="259689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1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Schema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08760" y="2944368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A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community view — describes what data is stored and the relationships among them, independent of storage details.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7033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703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08760" y="364845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1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Schema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08760" y="3995928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A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the physical storage structure — files, indexes, and access paths used on disk.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7548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754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508760" y="470001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1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Independence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08760" y="5047488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A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capacity to change one schema level without forcing a rewrite of the schema (or programs) at the level above it.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9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CSA05 | CO1 – DBMS Architecture, Data Models &amp; ER/EER Design | Technical Presentation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  <p:pic>
        <p:nvPicPr>
          <p:cNvPr id="23" name="object 7">
            <a:extLst>
              <a:ext uri="{FF2B5EF4-FFF2-40B4-BE49-F238E27FC236}">
                <a16:creationId xmlns:a16="http://schemas.microsoft.com/office/drawing/2014/main" id="{56F0ECB9-B0A2-83A5-5D81-1928AC49A43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02073" y="107064"/>
            <a:ext cx="1050887" cy="890571"/>
          </a:xfrm>
          <a:prstGeom prst="rect">
            <a:avLst/>
          </a:prstGeom>
        </p:spPr>
      </p:pic>
      <p:pic>
        <p:nvPicPr>
          <p:cNvPr id="25" name="object 6">
            <a:extLst>
              <a:ext uri="{FF2B5EF4-FFF2-40B4-BE49-F238E27FC236}">
                <a16:creationId xmlns:a16="http://schemas.microsoft.com/office/drawing/2014/main" id="{9E40B47A-42A9-6D21-C848-0E150D7A62F4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1168" y="114613"/>
            <a:ext cx="1005840" cy="89122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96696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1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Logical Data Independence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A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ability to change the conceptual schema without altering external schemas or the application programs that use them.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286000"/>
            <a:ext cx="4754880" cy="777240"/>
          </a:xfrm>
          <a:prstGeom prst="roundRect">
            <a:avLst>
              <a:gd name="adj" fmla="val 9412"/>
            </a:avLst>
          </a:prstGeom>
          <a:solidFill>
            <a:srgbClr val="EEF2FC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35915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Schema (unaffected)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267004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51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programs and user views keep working with no changes.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3063240"/>
            <a:ext cx="0" cy="320040"/>
          </a:xfrm>
          <a:prstGeom prst="line">
            <a:avLst/>
          </a:prstGeom>
          <a:noFill/>
          <a:ln w="19050">
            <a:solidFill>
              <a:srgbClr val="5A618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22960" y="3383280"/>
            <a:ext cx="475488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345643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Schema (changed)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376732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adding a new attribute like Member_Category to the Member entity.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2286000"/>
            <a:ext cx="5303520" cy="3566160"/>
          </a:xfrm>
          <a:prstGeom prst="roundRect">
            <a:avLst>
              <a:gd name="adj" fmla="val 3077"/>
            </a:avLst>
          </a:prstGeom>
          <a:solidFill>
            <a:srgbClr val="EEF2FC"/>
          </a:solidFill>
          <a:ln/>
          <a:effectLst>
            <a:outerShdw blurRad="76200" dist="25400" dir="5400000" algn="bl" rotWithShape="0">
              <a:srgbClr val="888888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09360" y="2468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09360" y="2834640"/>
            <a:ext cx="4754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51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library database adds a new BOOK attribute, </a:t>
            </a:r>
            <a:r>
              <a:rPr lang="en-US" sz="1300" b="1" dirty="0">
                <a:solidFill>
                  <a:srgbClr val="151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r>
              <a:rPr lang="en-US" sz="1300" dirty="0">
                <a:solidFill>
                  <a:srgbClr val="151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Because logical independence is maintained, the existing member-facing search screen keeps functioning without any code change — only the conceptual schema and the mapping to external views are updated.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9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CSA05 | CO1 – DBMS Architecture, Data Models &amp; ER/EER Design | Technical Presentation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  <p:pic>
        <p:nvPicPr>
          <p:cNvPr id="18" name="object 7">
            <a:extLst>
              <a:ext uri="{FF2B5EF4-FFF2-40B4-BE49-F238E27FC236}">
                <a16:creationId xmlns:a16="http://schemas.microsoft.com/office/drawing/2014/main" id="{1D6662A7-A641-E10A-F125-3F8A238DC49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02073" y="107064"/>
            <a:ext cx="1050887" cy="890571"/>
          </a:xfrm>
          <a:prstGeom prst="rect">
            <a:avLst/>
          </a:prstGeom>
        </p:spPr>
      </p:pic>
      <p:pic>
        <p:nvPicPr>
          <p:cNvPr id="20" name="object 6">
            <a:extLst>
              <a:ext uri="{FF2B5EF4-FFF2-40B4-BE49-F238E27FC236}">
                <a16:creationId xmlns:a16="http://schemas.microsoft.com/office/drawing/2014/main" id="{124E4967-2B59-7081-D60C-0AFFDB73800A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1168" y="114613"/>
            <a:ext cx="1005840" cy="89122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014984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1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Physical Data Independence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A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ability to change the internal schema — how data is stored and accessed — without altering the conceptual schema.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286000"/>
            <a:ext cx="4754880" cy="777240"/>
          </a:xfrm>
          <a:prstGeom prst="roundRect">
            <a:avLst>
              <a:gd name="adj" fmla="val 9412"/>
            </a:avLst>
          </a:prstGeom>
          <a:solidFill>
            <a:srgbClr val="EEF2FC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35915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Schema (unaffected)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267004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51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Entities, attributes and relationships stay exactly the same.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3063240"/>
            <a:ext cx="0" cy="320040"/>
          </a:xfrm>
          <a:prstGeom prst="line">
            <a:avLst/>
          </a:prstGeom>
          <a:noFill/>
          <a:ln w="19050">
            <a:solidFill>
              <a:srgbClr val="5A618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22960" y="3383280"/>
            <a:ext cx="475488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345643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Schema (changed)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376732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switching storage from a flat file to a B+ Tree index.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2286000"/>
            <a:ext cx="5303520" cy="3566160"/>
          </a:xfrm>
          <a:prstGeom prst="roundRect">
            <a:avLst>
              <a:gd name="adj" fmla="val 3077"/>
            </a:avLst>
          </a:prstGeom>
          <a:solidFill>
            <a:srgbClr val="EEF2FC"/>
          </a:solidFill>
          <a:ln/>
          <a:effectLst>
            <a:outerShdw blurRad="76200" dist="25400" dir="5400000" algn="bl" rotWithShape="0">
              <a:srgbClr val="888888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09360" y="2468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09360" y="2834640"/>
            <a:ext cx="4754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51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DBA moves the BOOK table from unsorted storage to a </a:t>
            </a:r>
            <a:r>
              <a:rPr lang="en-US" sz="1300" b="1" dirty="0">
                <a:solidFill>
                  <a:srgbClr val="151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hashed index on ISBN</a:t>
            </a:r>
            <a:r>
              <a:rPr lang="en-US" sz="1300" dirty="0">
                <a:solidFill>
                  <a:srgbClr val="151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faster lookups. Because physical independence is maintained, the conceptual schema and every query written against BOOK continue to work unchanged.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9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CSA05 | CO1 – DBMS Architecture, Data Models &amp; ER/EER Design | Technical Presentation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  <p:pic>
        <p:nvPicPr>
          <p:cNvPr id="18" name="object 7">
            <a:extLst>
              <a:ext uri="{FF2B5EF4-FFF2-40B4-BE49-F238E27FC236}">
                <a16:creationId xmlns:a16="http://schemas.microsoft.com/office/drawing/2014/main" id="{286BE4EE-9E8F-7097-7126-F758DE26D69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02073" y="107064"/>
            <a:ext cx="1050887" cy="890571"/>
          </a:xfrm>
          <a:prstGeom prst="rect">
            <a:avLst/>
          </a:prstGeom>
        </p:spPr>
      </p:pic>
      <p:pic>
        <p:nvPicPr>
          <p:cNvPr id="20" name="object 6">
            <a:extLst>
              <a:ext uri="{FF2B5EF4-FFF2-40B4-BE49-F238E27FC236}">
                <a16:creationId xmlns:a16="http://schemas.microsoft.com/office/drawing/2014/main" id="{E16502AF-5A2A-423F-6A08-62AD3F2438D1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1168" y="114613"/>
            <a:ext cx="1005840" cy="89122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206240"/>
            <a:ext cx="4206240" cy="4206240"/>
          </a:xfrm>
          <a:prstGeom prst="ellipse">
            <a:avLst/>
          </a:prstGeom>
          <a:solidFill>
            <a:srgbClr val="CADCFC">
              <a:alpha val="2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061174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Data Independence Matters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02920" cy="50292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A27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325880" y="1773936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isolates each schema layer, so a change at one level does not cascade into rewritten applications.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2852928"/>
            <a:ext cx="502920" cy="50292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852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A27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325880" y="2798064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independence protects programs from changes in what data is conceptually stored.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3877056"/>
            <a:ext cx="502920" cy="50292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8770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A27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325880" y="382219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independence protects the conceptual model from changes in how data is stored on disk.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40080" y="4901184"/>
            <a:ext cx="502920" cy="50292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9011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A27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325880" y="484632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they let a DBMS evolve — new attributes, new indexes, new storage engines — with minimal disruption.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0080" y="606247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EF2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independence is the core design goal that the three-schema architecture exists to deliver.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9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CSA05 | CO1 – DBMS Architecture, Data Models &amp; ER/EER Design | Technical Presentation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  <p:pic>
        <p:nvPicPr>
          <p:cNvPr id="21" name="object 7">
            <a:extLst>
              <a:ext uri="{FF2B5EF4-FFF2-40B4-BE49-F238E27FC236}">
                <a16:creationId xmlns:a16="http://schemas.microsoft.com/office/drawing/2014/main" id="{64AFCC7B-B1F9-2749-33D2-8DE3DDCB81E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02073" y="107064"/>
            <a:ext cx="1050887" cy="890571"/>
          </a:xfrm>
          <a:prstGeom prst="rect">
            <a:avLst/>
          </a:prstGeom>
        </p:spPr>
      </p:pic>
      <p:pic>
        <p:nvPicPr>
          <p:cNvPr id="23" name="object 6">
            <a:extLst>
              <a:ext uri="{FF2B5EF4-FFF2-40B4-BE49-F238E27FC236}">
                <a16:creationId xmlns:a16="http://schemas.microsoft.com/office/drawing/2014/main" id="{81C7A8B5-DDED-9A64-65AE-7F551C1099F4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1168" y="114613"/>
            <a:ext cx="1005840" cy="89122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512</Words>
  <Application>Microsoft Office PowerPoint</Application>
  <PresentationFormat>Widescreen</PresentationFormat>
  <Paragraphs>58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jashwanth raghu</cp:lastModifiedBy>
  <cp:revision>2</cp:revision>
  <dcterms:created xsi:type="dcterms:W3CDTF">2026-07-21T13:33:10Z</dcterms:created>
  <dcterms:modified xsi:type="dcterms:W3CDTF">2026-07-23T03:18:02Z</dcterms:modified>
</cp:coreProperties>
</file>